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终端买家情报报告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94560"/>
                </a:solidFill>
              </a:defRPr>
            </a:pPr>
            <a:r>
              <a:t>澳大利亚 &amp; 新西兰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BBCC"/>
                </a:solidFill>
              </a:defRPr>
            </a:pPr>
            <a:r>
              <a:t>钢结构折叠集成房屋 / 模块化建筑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9AA"/>
                </a:solidFill>
              </a:defRPr>
            </a:pPr>
            <a:r>
              <a:t>2026-05-20 | 太一买家情报引擎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</a:defRPr>
            </a:pPr>
            <a:r>
              <a:t>报告摘要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本报告覆盖澳大利亚 &amp; 新西兰市场，共 10 家终端购买方/采购方</a:t>
            </a:r>
            <a:br/>
            <a:br/>
            <a:r>
              <a:t>■ 矿业营地模块化房屋 — 3家（BHP, Rio Tinto, Fortescue）</a:t>
            </a:r>
            <a:br/>
            <a:r>
              <a:t>■ 政府保障房/模块化住宅 — 2家（Kainga Ora, AusTender）</a:t>
            </a:r>
            <a:br/>
            <a:r>
              <a:t>■ 酒店集团模块化客房 — 5家（Accor, Hilton, Meriton, NZ Hotel, NZ Horizon）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BHP Billiton（必和拓）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矿业·澳大利亚 | 采购需求: 矿工营房/营地模块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Luke King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Head of Procurement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luke.king@bhp.com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Kurt Benavides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Head of Procurement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kurt.benavides@bhp.com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Tajinder Bedi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Senior Procurement Manager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Rio Tinto（力拓集团）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矿业·澳大利亚 | 采购需求: 矿工营房/营地设施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采购/供应链部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供应商门户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riotinto.com/en/suppliers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Fortescue Metals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矿业·澳大利亚 | 采购需求: 矿工营房/营地设施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Dara Byrne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Group Manager Contracts &amp; Procurement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dara.byrne@fmgl.com.au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Mark Cocks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Senior Contracts &amp; Procurement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LinkedIn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Kainga Ora（政府住房署）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政府·新西兰 | 采购需求: 保障房/模块化住宅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Andrea Morton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Director Procurement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andrea.morton@kaingaora.govt.nz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招标平台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Tenderlink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tenderlink.com/kaingaora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AusTender（联邦政府采购）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政府·澳大利亚 | 采购需求: 预制建筑/模块化住宿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招标平台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AusTender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austender.gov.au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关键词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prefabricated 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modular accommodation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Accor Pacific（雅高太平洋）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酒店·澳洲/NZ | 采购需求: 模块化酒店/度假屋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开发部/采购部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LinkedIn搜索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Accor Pacific Development Manager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Hilton Australia（希尔顿澳洲）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酒店·澳大利亚 | 采购需求: 模块化酒店客房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已验证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Townsville首个模块化酒店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190间客房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Meriton Group（美利通集团）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酒店·澳大利亚 | 采购需求: 酒店客房/服务公寓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6,211间客房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澳洲最大酒店业主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NZ Hotel Holdings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酒店·新西兰 | 采购需求: 酒店建设/模块化住宿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背景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NZ Super Fund投资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nzhotelholdings.co.nz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NZ Horizon Hospitality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94560"/>
                </a:solidFill>
              </a:defRPr>
            </a:pPr>
            <a:r>
              <a:t>酒店·新西兰南岛 | 采购需求: 酒店客房模块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213E"/>
                </a:solidFill>
              </a:defRPr>
            </a:pPr>
            <a:r>
              <a:t>关键联系人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姓名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职位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联系方式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团队信息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nzhhg.co.nz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13E"/>
                </a:solidFill>
              </a:defRPr>
            </a:pPr>
            <a:r>
              <a:t>触达策略建议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🔴 高优先级 — BHP, Fortescue, Kainga Ora</a:t>
            </a:r>
            <a:br/>
            <a:r>
              <a:t>    供应商门户注册 + LinkedIn 直联采购负责人</a:t>
            </a:r>
            <a:br/>
            <a:br/>
            <a:r>
              <a:t>🟡 中优先级 — Rio Tinto, AusTender, Hilton</a:t>
            </a:r>
            <a:br/>
            <a:r>
              <a:t>    招标平台订阅 + 开发信</a:t>
            </a:r>
            <a:br/>
            <a:br/>
            <a:r>
              <a:t>🟢 低优先级 — Accor, Meriton, NZ Hotel</a:t>
            </a:r>
            <a:br/>
            <a:r>
              <a:t>    长期关系建立</a:t>
            </a:r>
            <a:br/>
            <a:br/>
            <a:r>
              <a:t>推荐渠道：供应商门户注册 | LinkedIn 直连 | 招标平台订阅 | 行业协会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</a:defRPr>
            </a:pPr>
            <a:r>
              <a:t>太一跨境贸易 Agent · 买家情报引擎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