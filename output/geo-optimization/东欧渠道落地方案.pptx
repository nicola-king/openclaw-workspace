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4572000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东欧产品渠道落地完整方案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钢结构房屋 · 变压器 · 移动电源 · 通用发动机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2026-05-19 · 数据源: Trade.gov / EU 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产品-渠道矩阵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HS编码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分类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渠道模式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钢结构折叠集成房屋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7308.90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B2B工业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招标+展会+分销商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变压器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8504.21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B2B工业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招标+能源EPC+展会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移动电源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8507.60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B2B/B2C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电商平台+分销商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通用发动机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8408.20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B2B工业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招标+工业分销+展会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数据源：Trade.gov Country Commercial Guides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7A1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EU TED — 欧盟官方招标数据库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ted.europa.eu · 完全免费 · 覆盖27国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EU TED 招标系统详解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费用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完全免费（浏览+搜索+RSS订阅）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45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年发布20万+招标公告，覆盖欧盟27国+EEA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适用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20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钢结构房屋（基建营房）、变压器（电网升级）、发动机（应急电源）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194560"/>
            <a:ext cx="9144000" cy="63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7A1F"/>
                </a:solidFill>
                <a:latin typeface="Microsoft YaHei"/>
              </a:defRPr>
            </a:pPr>
            <a:r>
              <a:t>搜索关键词配置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97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钢结构: "steel structure" "modular building" "foldable house"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17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变压器: "transformer" "power transformer" "electrical substation"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发动机: "engine" "diesel generator" "power generator"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657600"/>
            <a:ext cx="9144000" cy="63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RSS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840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支持XML/RSS订阅，可自动化监控新招标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各国政府采购平台（全部免费）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国家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注册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适合产品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🇵🇱 波兰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Platforma Zakupowa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全部工业品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🇷🇴 罗马尼亚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SEAP (e-licitatie.ro)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全部工业品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🇨🇿 捷克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NEN (nen.nipez.cz)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全部工业品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🇭🇺 匈牙利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EKR (ekr.gov.hu)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全部工业品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🇺🇦 乌克兰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ProZorro (prozorro.gov.ua)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全部工业品·重建核心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ProZorro: 乌克兰战后重建采购全面启动，日发布500+招标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7A1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电商平台渠道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Allegro · eMAG · Prom.ua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Allegro.pl — 波兰#1 电商平台（移动电源最佳渠道）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流量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月访问2亿+ | 年GMV ~$120亿 | 1400万+活跃买家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费用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45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佣金8-15%（按品类）| 国际卖家2023年开放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920240"/>
            <a:ext cx="9144000" cy="63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7A1F"/>
                </a:solidFill>
                <a:latin typeface="Microsoft YaHei"/>
              </a:defRPr>
            </a:pPr>
            <a:r>
              <a:t>入驻步骤：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23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① 注册商业账户 → allegro.pl/business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43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② 提供公司注册证明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③ 申请波兰VAT税号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④ 波兰仓储或Allegro Smart! FBA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⑤ 波兰语产品上架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023360"/>
            <a:ext cx="9144000" cy="63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适合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移动电源 ✅ | 钢结构/变压器/发动机 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eMAG.ro &amp; Prom.ua — 罗马尼亚 &amp; 乌克兰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7A1F"/>
                </a:solidFill>
                <a:latin typeface="Microsoft YaHei"/>
              </a:defRPr>
            </a:pPr>
            <a:r>
              <a:t>eMAG.ro（罗马尼亚#1）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覆盖罗马尼亚、保加利亚、匈牙利 | 年GMV ~$30亿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品类优势：电子、家电、DIY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✅ 移动电源适合 | ❌ 工业品不适合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651760"/>
            <a:ext cx="9144000" cy="63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7A1F"/>
                </a:solidFill>
                <a:latin typeface="Microsoft YaHei"/>
              </a:defRPr>
            </a:pPr>
            <a:r>
              <a:t>Prom.ua（乌克兰#1）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B2B/B2C混合 | 月访问1亿+ | 支持跨境卖家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✅ 移动电源、小型发动机 | ⚠️ 钢结构房屋B2B板块可能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794760"/>
            <a:ext cx="9144000" cy="63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77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特别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977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乌克兰战后重建 → 钢结构房屋+发电设备是刚需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7A1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B2B平台 + 行业展会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Alibaba · Europages · Bauma · 各国重建展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B2B跨境电商平台对比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劣势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适合产品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Alibaba.com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全球买家，工业品成熟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竞争激烈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全部4类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Made-in-China.com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中国供应商主场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流量低于阿里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全部4类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Europages.com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欧洲B2B目录，免费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被动等待询盘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全部4类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GlobalSources.com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中高端买家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需要付费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高价值产品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建议：优先Alibaba.com + Europages免费版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2026-2027 行业展会时间表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展会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地点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适合产品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Green Energy Poland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🇵🇱 波兹南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2026年4月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变压器/移动电源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ENERGIA Energy Fair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🇷🇴 布加勒斯特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2026年5月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变压器/储能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ReBuild Ukraine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🇵🇱 华沙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2026年下半年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钢结构房屋/发电设备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MSZ Energy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🇵🇱 凯尔采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2026年9月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变压器/储能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FOR ENERGY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🇨🇿 俄斯特拉发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2026年10月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变压器/发动机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Bauma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🇩🇪 慕尼黑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2027年4月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钢结构/发动机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数据源：Trade.gov 展会数据库 + 各展会官网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7A1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按产品执行路线图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分产品拆解落地步骤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产品1：钢结构折叠集成房屋（HS 7308.90）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EU TED 搜索 "modular building" 招标 → 本周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45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ProZorro 注册+监控乌克兰重建招标 → 本周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20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波兰 Platforma Zakupowa 注册+搜索 → 本周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94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ReBuild Ukraine 展会预定 →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468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Europages 免费注册企业主页 → 本周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743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罗马尼亚 SEAP 注册+搜索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017520"/>
            <a:ext cx="9144000" cy="63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200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7A1F"/>
                </a:solidFill>
                <a:latin typeface="Microsoft YaHei"/>
              </a:defRPr>
            </a:pPr>
            <a:r>
              <a:t>关键需求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20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CE标志（EN 1090钢结构认证）| 波兰语技术文档 | 本地合作伙伴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40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波兰$250B能源转型 → 基建配套需求巨大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产品2：变压器（HS 8504.21）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EU TED 搜索 "transformer" "substation" → 本周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45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Trade.gov Poland Energy 数据已拉取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20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Trade.gov Romania Energy 数据已拉取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94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各国政府采购平台注册 → 本周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468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MSZ Energy展会定展位 → 9月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743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Alibaba.com 页面优化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017520"/>
            <a:ext cx="9144000" cy="63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200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7A1F"/>
                </a:solidFill>
                <a:latin typeface="Microsoft YaHei"/>
              </a:defRPr>
            </a:pPr>
            <a:r>
              <a:t>市场机会（数据源：Trade.gov）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20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🇵🇱 波兰：煤电70%→56% | 电网改造大量变压器需求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40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🇷🇴 罗马尼亚：储能仅16MW | 2032年退煤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产品3：移动电源（HS 8507.60）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Allegro.pl 入驻+产品上架 → 本月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45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eMAG.ro 评估入驻条件 → 本月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20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Prom.ua 入驻乌克兰市场 → 本月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94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EU TED 搜索应急采购（少量）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468880"/>
            <a:ext cx="9144000" cy="63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651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7A1F"/>
                </a:solidFill>
                <a:latin typeface="Microsoft YaHei"/>
              </a:defRPr>
            </a:pPr>
            <a:r>
              <a:t>认证要求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71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波兰/欧盟: CE标志 + EN 62619 + WEEE电池回收注册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91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乌克兰: UkrSEPRO 本地化认证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611880"/>
            <a:ext cx="9144000" cy="635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94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7A1F"/>
                </a:solidFill>
                <a:latin typeface="Microsoft YaHei"/>
              </a:defRPr>
            </a:pPr>
            <a:r>
              <a:t>市场机会（数据源：Trade.gov）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🇷🇴 罗马尼亚储能仅16MW → 户用储能从0爆发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34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8F0"/>
                </a:solidFill>
                <a:latin typeface="Microsoft YaHei"/>
              </a:defRPr>
            </a:pPr>
            <a:r>
              <a:t>▸ 🇺🇦 乌克兰战后电力不稳定 → 移动电源刚需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8100" cy="59436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产品4：通用发动机（HS 8408.20）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EU TED 搜索 "engine" "generator" → 本周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45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各国政府采购 搜索应急/备用电源招标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20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Alibaba.com B2B页面优化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94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Bauma/行业展会参展或观众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7A1F"/>
                </a:solidFill>
                <a:latin typeface="Microsoft YaHei"/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468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Microsoft YaHei"/>
              </a:defRPr>
            </a:pPr>
            <a:r>
              <a:t>Europages 免费注册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执行时间线（3个月）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核心动作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启动期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Month1 W1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EU TED注册+关键词配置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启动期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Month1 W2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各国采购平台注册（波/罗/捷/匈/乌）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启动期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Month1 W3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Allegro入驻准备（移动电源）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启动期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Month1 W4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Europages + Alibaba页面优化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增长期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Month2 W1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Allegro产品上架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增长期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Month2 W2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Trade.gov定时抓取（cron）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增长期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Month2 W3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展会注册（Green Energy/ReBuild）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增长期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Month2 W4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EU TED监控脚本部署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深耕期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Month3 W1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Allegro首月数据复盘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深耕期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Month3 W2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联系波兰/罗马尼亚本地代理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深耕期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Month3 W3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ProZorro乌克兰重建招标入场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深耕期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Month3 W4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季度复盘+策略调整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所有渠道工具均为免费开源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免费工具清单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工具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费用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ted.europa.eu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欧盟招标搜索+RSS订阅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prozorro.gov.ua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乌克兰重建招标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Platforma Zakupowa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波兰政府采购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SEAP (e-licitatie.ro)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罗马尼亚政府采购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Trade.gov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市场情报+国别指南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Europages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欧洲B2B目录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基础免费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EU Access2Markets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关税/规则查询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全部免费开源，无需任何付费API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数据来源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127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F07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Trade.gov — Poland Energy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政府国别指南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trade.gov/country-commercial-guides/poland-energy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Trade.gov — Romania Energy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政府国别指南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trade.gov/country-commercial-guides/romania-energy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EU TED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欧盟招标数据库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ted.europa.eu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ProZorro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乌克兰招标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prozorro.gov.ua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Allegro Business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波兰电商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allegro.pl/business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eMAG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罗马尼亚电商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emag.ro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Prom.ua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乌克兰电商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prom.ua</a:t>
                      </a:r>
                    </a:p>
                  </a:txBody>
                  <a:tcPr>
                    <a:solidFill>
                      <a:srgbClr val="15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Bauma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工程机械展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8F0"/>
                          </a:solidFill>
                        </a:defRPr>
                      </a:pPr>
                      <a:r>
                        <a:t>bauma.de</a:t>
                      </a:r>
                    </a:p>
                  </a:txBody>
                  <a:tcPr>
                    <a:solidFill>
                      <a:srgbClr val="1225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All sources are free and publicly accessible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2743200" cy="25400"/>
          </a:xfrm>
          <a:prstGeom prst="rect">
            <a:avLst/>
          </a:prstGeom>
          <a:solidFill>
            <a:srgbClr val="F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东欧产品渠道落地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钢结构房屋 · 变压器 · 移动电源 · 通用发动机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数据源: Trade.gov / EU TED / 各国政府采购平台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